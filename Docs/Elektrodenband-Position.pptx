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3" d="100"/>
          <a:sy n="83" d="100"/>
        </p:scale>
        <p:origin x="36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16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08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76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28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22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885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7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78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10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928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4D8C1-5843-F34F-90F1-D760E5A61405}" type="datetimeFigureOut">
              <a:rPr lang="de-DE" smtClean="0"/>
              <a:t>20.05.26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F4E13-C8E4-5D4F-AB5A-B6B9CB9C06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993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59FE61C-048E-896C-BDDE-3F5EF7231C06}"/>
              </a:ext>
            </a:extLst>
          </p:cNvPr>
          <p:cNvGrpSpPr/>
          <p:nvPr/>
        </p:nvGrpSpPr>
        <p:grpSpPr>
          <a:xfrm>
            <a:off x="935441" y="2384983"/>
            <a:ext cx="4987117" cy="5116196"/>
            <a:chOff x="737768" y="2617458"/>
            <a:chExt cx="4987117" cy="511619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24683A2F-492F-1947-B0FA-5C6E9145046A}"/>
                </a:ext>
              </a:extLst>
            </p:cNvPr>
            <p:cNvGrpSpPr/>
            <p:nvPr/>
          </p:nvGrpSpPr>
          <p:grpSpPr>
            <a:xfrm>
              <a:off x="737768" y="2617458"/>
              <a:ext cx="4987117" cy="5116196"/>
              <a:chOff x="-1" y="1435249"/>
              <a:chExt cx="6925079" cy="7104317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D00AB4CE-D12F-DC98-67DF-F14D9199DA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" y="1435249"/>
                <a:ext cx="6925079" cy="71043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Grafik 3">
                <a:extLst>
                  <a:ext uri="{FF2B5EF4-FFF2-40B4-BE49-F238E27FC236}">
                    <a16:creationId xmlns:a16="http://schemas.microsoft.com/office/drawing/2014/main" id="{87F0053C-3BF2-45BB-B93C-4918A47E5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70000"/>
              </a:blip>
              <a:stretch>
                <a:fillRect/>
              </a:stretch>
            </p:blipFill>
            <p:spPr>
              <a:xfrm>
                <a:off x="1414411" y="1435249"/>
                <a:ext cx="5353649" cy="5137455"/>
              </a:xfrm>
              <a:prstGeom prst="rect">
                <a:avLst/>
              </a:prstGeom>
            </p:spPr>
          </p:pic>
        </p:grpSp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1D6CD671-2B37-5D2D-1917-BC8F857561D9}"/>
                </a:ext>
              </a:extLst>
            </p:cNvPr>
            <p:cNvSpPr/>
            <p:nvPr/>
          </p:nvSpPr>
          <p:spPr>
            <a:xfrm>
              <a:off x="4664989" y="3566727"/>
              <a:ext cx="228274" cy="354344"/>
            </a:xfrm>
            <a:prstGeom prst="roundRect">
              <a:avLst/>
            </a:prstGeom>
            <a:solidFill>
              <a:srgbClr val="196B24">
                <a:alpha val="50196"/>
              </a:srgb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94B40397-7333-7917-6160-9DAC17C47E8C}"/>
                </a:ext>
              </a:extLst>
            </p:cNvPr>
            <p:cNvSpPr/>
            <p:nvPr/>
          </p:nvSpPr>
          <p:spPr>
            <a:xfrm rot="5400000">
              <a:off x="3314863" y="7020266"/>
              <a:ext cx="228274" cy="354344"/>
            </a:xfrm>
            <a:prstGeom prst="roundRect">
              <a:avLst/>
            </a:prstGeom>
            <a:solidFill>
              <a:srgbClr val="196B24">
                <a:alpha val="50196"/>
              </a:srgb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Abgerundetes Rechteck 8">
              <a:extLst>
                <a:ext uri="{FF2B5EF4-FFF2-40B4-BE49-F238E27FC236}">
                  <a16:creationId xmlns:a16="http://schemas.microsoft.com/office/drawing/2014/main" id="{F1F622B3-3E34-C894-BEEC-B52FE258C33D}"/>
                </a:ext>
              </a:extLst>
            </p:cNvPr>
            <p:cNvSpPr/>
            <p:nvPr/>
          </p:nvSpPr>
          <p:spPr>
            <a:xfrm>
              <a:off x="1533140" y="3551229"/>
              <a:ext cx="228274" cy="354344"/>
            </a:xfrm>
            <a:prstGeom prst="roundRect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BB0ABE90-3606-F18C-C115-374BA2E338FB}"/>
              </a:ext>
            </a:extLst>
          </p:cNvPr>
          <p:cNvSpPr txBox="1"/>
          <p:nvPr/>
        </p:nvSpPr>
        <p:spPr>
          <a:xfrm>
            <a:off x="958597" y="399832"/>
            <a:ext cx="48533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b="1" dirty="0"/>
              <a:t>Elektrodenband-Position</a:t>
            </a:r>
          </a:p>
          <a:p>
            <a:pPr algn="ctr"/>
            <a:r>
              <a:rPr lang="de-DE" sz="3200" b="1" dirty="0">
                <a:sym typeface="Wingdings" pitchFamily="2" charset="2"/>
              </a:rPr>
              <a:t> elektrische Herzachse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34D2BDA-0BF7-B848-200F-0B0C82368C13}"/>
              </a:ext>
            </a:extLst>
          </p:cNvPr>
          <p:cNvSpPr txBox="1"/>
          <p:nvPr/>
        </p:nvSpPr>
        <p:spPr>
          <a:xfrm>
            <a:off x="737768" y="1694745"/>
            <a:ext cx="3255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0000"/>
                </a:solidFill>
              </a:rPr>
              <a:t>Rotes Band </a:t>
            </a:r>
            <a:r>
              <a:rPr lang="de-DE" sz="2000" b="1" dirty="0">
                <a:solidFill>
                  <a:srgbClr val="FF0000"/>
                </a:solidFill>
                <a:sym typeface="Wingdings" pitchFamily="2" charset="2"/>
              </a:rPr>
              <a:t> rechter Arm</a:t>
            </a:r>
            <a:endParaRPr lang="de-DE" sz="2000" b="1" dirty="0">
              <a:solidFill>
                <a:srgbClr val="FF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5496DBF-4504-CE87-F38A-77CB5BC6757A}"/>
              </a:ext>
            </a:extLst>
          </p:cNvPr>
          <p:cNvSpPr txBox="1"/>
          <p:nvPr/>
        </p:nvSpPr>
        <p:spPr>
          <a:xfrm>
            <a:off x="1844950" y="7845189"/>
            <a:ext cx="43501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196B24"/>
                </a:solidFill>
              </a:rPr>
              <a:t>Grünes Band </a:t>
            </a:r>
            <a:r>
              <a:rPr lang="de-DE" sz="2000" b="1" dirty="0">
                <a:solidFill>
                  <a:srgbClr val="196B24"/>
                </a:solidFill>
                <a:sym typeface="Wingdings" pitchFamily="2" charset="2"/>
              </a:rPr>
              <a:t> linker Arm (0°-45°)</a:t>
            </a:r>
          </a:p>
          <a:p>
            <a:pPr algn="ctr"/>
            <a:r>
              <a:rPr lang="de-DE" sz="2000" b="1" dirty="0">
                <a:sym typeface="Wingdings" pitchFamily="2" charset="2"/>
              </a:rPr>
              <a:t>oder</a:t>
            </a:r>
          </a:p>
          <a:p>
            <a:pPr algn="ctr"/>
            <a:r>
              <a:rPr lang="de-DE" sz="2000" b="1" dirty="0">
                <a:solidFill>
                  <a:srgbClr val="196B24"/>
                </a:solidFill>
                <a:sym typeface="Wingdings" pitchFamily="2" charset="2"/>
              </a:rPr>
              <a:t>Grünes Band  linkes Bein (45°-90°)</a:t>
            </a:r>
            <a:endParaRPr lang="de-DE" sz="2000" b="1" dirty="0">
              <a:solidFill>
                <a:srgbClr val="196B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5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</Words>
  <Application>Microsoft Macintosh PowerPoint</Application>
  <PresentationFormat>A4-Papier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Bongartz</dc:creator>
  <cp:lastModifiedBy>Jens Bongartz</cp:lastModifiedBy>
  <cp:revision>2</cp:revision>
  <cp:lastPrinted>2026-05-19T08:34:57Z</cp:lastPrinted>
  <dcterms:created xsi:type="dcterms:W3CDTF">2026-05-17T06:22:28Z</dcterms:created>
  <dcterms:modified xsi:type="dcterms:W3CDTF">2026-05-20T13:03:39Z</dcterms:modified>
</cp:coreProperties>
</file>