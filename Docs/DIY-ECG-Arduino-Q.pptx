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4A4A4"/>
    <a:srgbClr val="EC78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554" autoAdjust="0"/>
    <p:restoredTop sz="94660"/>
  </p:normalViewPr>
  <p:slideViewPr>
    <p:cSldViewPr snapToGrid="0">
      <p:cViewPr>
        <p:scale>
          <a:sx n="190" d="100"/>
          <a:sy n="190" d="100"/>
        </p:scale>
        <p:origin x="132" y="-5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BCBEAB-EFD3-4C46-9317-D2D282327F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FD4CDA8-CEC0-43B4-8B6B-804F52A4CC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2606783-E562-4441-9174-2BA956EC2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A6CB0-A10C-4034-BFC2-C37150C834DC}" type="datetimeFigureOut">
              <a:rPr lang="de-DE" smtClean="0"/>
              <a:t>05.02.2026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7DFC858-3F79-46DF-BDC1-7A00B1CB3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EA85B2A-F9EF-48EF-AB61-9F471393E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121C-7544-47AE-8094-6A3111EB99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6865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0F8556-9D5F-487C-B57E-7E369C3B0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9581551-BD08-4A67-9182-E177C491BF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027345C-312A-44C4-B13A-AC6FA4C8F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A6CB0-A10C-4034-BFC2-C37150C834DC}" type="datetimeFigureOut">
              <a:rPr lang="de-DE" smtClean="0"/>
              <a:t>05.02.2026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2640C48-D0B9-41CE-BDBA-3C26CBBCC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D55E799-65C0-4B47-AF1C-F321BF844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121C-7544-47AE-8094-6A3111EB99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249597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73584F-DB0C-4263-ACF0-C83C4CAC97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F120B8D-699E-4385-A4D1-3990A36344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40C752-C15D-418B-8B7D-5C7A94C71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A6CB0-A10C-4034-BFC2-C37150C834DC}" type="datetimeFigureOut">
              <a:rPr lang="de-DE" smtClean="0"/>
              <a:t>05.02.2026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F00F585-D2CC-4C81-9D42-1D426E352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32602B-F132-4E1B-8C02-EE0B605DF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121C-7544-47AE-8094-6A3111EB99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15376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F2C01A-5123-466D-9446-45F6CACF5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C33406-E811-4B34-B407-B18B4358B2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1FD0887-B815-4269-BAFF-ABF4FEDC1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CFDE794-FDEA-4EA0-8615-818392827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A6CB0-A10C-4034-BFC2-C37150C834DC}" type="datetimeFigureOut">
              <a:rPr lang="de-DE" smtClean="0"/>
              <a:t>05.02.2026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D51A0D2-F11B-4480-9121-D00CBB9E8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57E49F7-E724-4F8A-9824-4D7147894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121C-7544-47AE-8094-6A3111EB99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92825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233E53-49A4-4AA6-9747-8BDA2FCC06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8698B62-14E8-481E-BC9A-BA13653D60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EE8466B-462D-4F56-A5E1-754B3A68B4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9510471-D669-480F-9DE0-2C9CE92F00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AC99D71-F722-415C-A0A2-9C53629984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3358F75-D2F8-4E2B-870B-D9A3B1915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A6CB0-A10C-4034-BFC2-C37150C834DC}" type="datetimeFigureOut">
              <a:rPr lang="de-DE" smtClean="0"/>
              <a:t>05.02.2026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87C3A8A6-C5FF-4F51-8245-DD532A89F9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21CA556-474F-4B3F-B996-1D8F35DF6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121C-7544-47AE-8094-6A3111EB99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7510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A7F87F-80A1-4703-BB79-7DBA60F73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6B2E71D-D8AC-4A24-B5DF-CC80E9216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A6CB0-A10C-4034-BFC2-C37150C834DC}" type="datetimeFigureOut">
              <a:rPr lang="de-DE" smtClean="0"/>
              <a:t>05.02.2026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A68E7C7-10DD-4D75-B642-7F34AF8AE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4611D3B-2C1C-43AE-91CD-DD846DD7E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121C-7544-47AE-8094-6A3111EB99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42819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B813003-59C4-47FF-9C7A-DCF6BAD23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A6CB0-A10C-4034-BFC2-C37150C834DC}" type="datetimeFigureOut">
              <a:rPr lang="de-DE" smtClean="0"/>
              <a:t>05.02.2026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BFEEED5-FCE7-48DF-86A0-815FB25B5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3B3DD93-85D3-42F4-BE31-F4B689921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121C-7544-47AE-8094-6A3111EB99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968266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742993-025B-427C-B4E8-BAB26007F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F7D5190-0132-4415-A737-3EEF26601E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E31BC3C-3676-4852-838F-D7758D059C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B3B43BD-DD08-4255-A533-D68EC3AF7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A6CB0-A10C-4034-BFC2-C37150C834DC}" type="datetimeFigureOut">
              <a:rPr lang="de-DE" smtClean="0"/>
              <a:t>05.02.2026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6F76E51-7A47-4A35-88F8-2F304EA3D1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A09BD0C-44FA-4092-A720-2FAFC46C9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121C-7544-47AE-8094-6A3111EB99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6750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A49D4C-EDFF-4527-B7B8-69482A323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BEDF706-8443-434C-B305-00CF82C6E8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0A91461-61AB-4B3C-B02D-223D4AAF50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0408C29-9ABB-4538-B460-41538451D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A6CB0-A10C-4034-BFC2-C37150C834DC}" type="datetimeFigureOut">
              <a:rPr lang="de-DE" smtClean="0"/>
              <a:t>05.02.2026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EFF4C7-6BD4-4F18-9B1D-5E355AF05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A028EF2-7178-45F0-BC1F-3F320BE47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121C-7544-47AE-8094-6A3111EB99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9762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0BA474-EDC7-4F7B-8520-E3597B0F2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4B91F81-5407-4D6F-A1F6-1C9F053DD8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6C44BE1-3ACB-467E-9AE0-51D73B6E5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A6CB0-A10C-4034-BFC2-C37150C834DC}" type="datetimeFigureOut">
              <a:rPr lang="de-DE" smtClean="0"/>
              <a:t>05.02.2026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49C29C2-E62A-44D3-A5A3-EB96283B2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3AB7DC1-4EDB-4472-B41A-ADA4F5BD6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121C-7544-47AE-8094-6A3111EB99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7970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AFE7394-0DAA-42CE-8BCB-070B77B138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6A096DC-23F8-415C-804C-3EAAC40566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719FF95-8D01-49DD-A867-4168B1B1E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A6CB0-A10C-4034-BFC2-C37150C834DC}" type="datetimeFigureOut">
              <a:rPr lang="de-DE" smtClean="0"/>
              <a:t>05.02.2026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9FE4E9A-9F4B-45DC-ADFF-AC7A1BD526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DF66FE-24B6-42F5-AC2F-03328CBC6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121C-7544-47AE-8094-6A3111EB99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72972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8E0B9D9-0800-46A7-A182-34BCDA8F0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824B5CB-63B0-47CD-8DB3-E54DDF1371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F191E70-1DA0-47D4-B375-4E4AF457F7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2A6CB0-A10C-4034-BFC2-C37150C834DC}" type="datetimeFigureOut">
              <a:rPr lang="de-DE" smtClean="0"/>
              <a:t>05.02.2026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949546E-CEC0-4AD2-A02F-67C31333F4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2D77802-4415-4BE2-8FA5-9E1BA7EEB8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D0121C-7544-47AE-8094-6A3111EB99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011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hteck 40">
            <a:extLst>
              <a:ext uri="{FF2B5EF4-FFF2-40B4-BE49-F238E27FC236}">
                <a16:creationId xmlns:a16="http://schemas.microsoft.com/office/drawing/2014/main" id="{06CB0D8B-8E9B-41A6-9325-C19CC044730C}"/>
              </a:ext>
            </a:extLst>
          </p:cNvPr>
          <p:cNvSpPr/>
          <p:nvPr/>
        </p:nvSpPr>
        <p:spPr>
          <a:xfrm>
            <a:off x="2284875" y="1528505"/>
            <a:ext cx="7041878" cy="331068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Arduino Uno Q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F968E00-D5A5-4CBD-817C-F496F2AC91BE}"/>
              </a:ext>
            </a:extLst>
          </p:cNvPr>
          <p:cNvSpPr/>
          <p:nvPr/>
        </p:nvSpPr>
        <p:spPr>
          <a:xfrm>
            <a:off x="4441371" y="2353808"/>
            <a:ext cx="4779819" cy="239307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Debian Linux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7858802-1A36-4956-A246-BC95D57DA7A1}"/>
              </a:ext>
            </a:extLst>
          </p:cNvPr>
          <p:cNvSpPr/>
          <p:nvPr/>
        </p:nvSpPr>
        <p:spPr>
          <a:xfrm>
            <a:off x="4441371" y="1980728"/>
            <a:ext cx="4779819" cy="382052"/>
          </a:xfrm>
          <a:prstGeom prst="rect">
            <a:avLst/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MPU – QRB2210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779091F-3C33-4FE4-82CB-92E58C456719}"/>
              </a:ext>
            </a:extLst>
          </p:cNvPr>
          <p:cNvSpPr/>
          <p:nvPr/>
        </p:nvSpPr>
        <p:spPr>
          <a:xfrm>
            <a:off x="4499085" y="2796163"/>
            <a:ext cx="2085783" cy="1810550"/>
          </a:xfrm>
          <a:prstGeom prst="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Docker-Container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3E8E219-BBD2-4846-880C-D7D1693E2DBD}"/>
              </a:ext>
            </a:extLst>
          </p:cNvPr>
          <p:cNvSpPr/>
          <p:nvPr/>
        </p:nvSpPr>
        <p:spPr>
          <a:xfrm>
            <a:off x="6986015" y="3883126"/>
            <a:ext cx="2173185" cy="335507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XOrg</a:t>
            </a:r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de-DE" sz="1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or</a:t>
            </a:r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Wayland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8A1B2D1-BAB9-4746-A13A-3D21297598DB}"/>
              </a:ext>
            </a:extLst>
          </p:cNvPr>
          <p:cNvSpPr/>
          <p:nvPr/>
        </p:nvSpPr>
        <p:spPr>
          <a:xfrm>
            <a:off x="6986016" y="4269999"/>
            <a:ext cx="2173185" cy="335508"/>
          </a:xfrm>
          <a:prstGeom prst="rect">
            <a:avLst/>
          </a:prstGeom>
          <a:solidFill>
            <a:schemeClr val="bg1">
              <a:lumMod val="65000"/>
            </a:schemeClr>
          </a:solidFill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DRM/KMS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0900F1C-2269-4A41-B232-C2D07257EED1}"/>
              </a:ext>
            </a:extLst>
          </p:cNvPr>
          <p:cNvSpPr/>
          <p:nvPr/>
        </p:nvSpPr>
        <p:spPr>
          <a:xfrm>
            <a:off x="4613564" y="2885704"/>
            <a:ext cx="1917864" cy="1365661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Python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49EE33B-6309-464A-B692-15C79F464D70}"/>
              </a:ext>
            </a:extLst>
          </p:cNvPr>
          <p:cNvSpPr/>
          <p:nvPr/>
        </p:nvSpPr>
        <p:spPr>
          <a:xfrm>
            <a:off x="6986017" y="2796163"/>
            <a:ext cx="2173185" cy="1031576"/>
          </a:xfrm>
          <a:prstGeom prst="rect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Webbrowser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B439C157-5333-48B0-AD7E-6354AE08F551}"/>
              </a:ext>
            </a:extLst>
          </p:cNvPr>
          <p:cNvSpPr/>
          <p:nvPr/>
        </p:nvSpPr>
        <p:spPr>
          <a:xfrm>
            <a:off x="5630567" y="2941735"/>
            <a:ext cx="857634" cy="121722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de-DE" sz="1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WebUI</a:t>
            </a:r>
            <a:endParaRPr lang="de-DE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C8FFF19-2DE5-4DEE-92AC-2A74190AFF2F}"/>
              </a:ext>
            </a:extLst>
          </p:cNvPr>
          <p:cNvSpPr/>
          <p:nvPr/>
        </p:nvSpPr>
        <p:spPr>
          <a:xfrm>
            <a:off x="5654319" y="2968756"/>
            <a:ext cx="681168" cy="592014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Web-server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18CD50B-7E2E-434D-8362-355EB2B1B02E}"/>
              </a:ext>
            </a:extLst>
          </p:cNvPr>
          <p:cNvSpPr/>
          <p:nvPr/>
        </p:nvSpPr>
        <p:spPr>
          <a:xfrm>
            <a:off x="2398816" y="2353807"/>
            <a:ext cx="1932351" cy="2393076"/>
          </a:xfrm>
          <a:prstGeom prst="rect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Zephyr OS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CB925DC7-FD62-40C9-A87F-36B6AEDA3FB8}"/>
              </a:ext>
            </a:extLst>
          </p:cNvPr>
          <p:cNvSpPr/>
          <p:nvPr/>
        </p:nvSpPr>
        <p:spPr>
          <a:xfrm>
            <a:off x="2398816" y="1980728"/>
            <a:ext cx="1932351" cy="382052"/>
          </a:xfrm>
          <a:prstGeom prst="rect">
            <a:avLst/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MCU STM32U585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590CF201-0817-47C5-98B0-8A66FB47526D}"/>
              </a:ext>
            </a:extLst>
          </p:cNvPr>
          <p:cNvSpPr/>
          <p:nvPr/>
        </p:nvSpPr>
        <p:spPr>
          <a:xfrm>
            <a:off x="4648360" y="2941735"/>
            <a:ext cx="859653" cy="988998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de-DE" sz="1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main.py</a:t>
            </a:r>
          </a:p>
        </p:txBody>
      </p:sp>
      <p:sp>
        <p:nvSpPr>
          <p:cNvPr id="20" name="Pfeil: nach links und rechts 19">
            <a:extLst>
              <a:ext uri="{FF2B5EF4-FFF2-40B4-BE49-F238E27FC236}">
                <a16:creationId xmlns:a16="http://schemas.microsoft.com/office/drawing/2014/main" id="{C02FBFD4-E487-498D-BCF0-371616CF928C}"/>
              </a:ext>
            </a:extLst>
          </p:cNvPr>
          <p:cNvSpPr/>
          <p:nvPr/>
        </p:nvSpPr>
        <p:spPr>
          <a:xfrm>
            <a:off x="5237014" y="3474204"/>
            <a:ext cx="586165" cy="240943"/>
          </a:xfrm>
          <a:prstGeom prst="leftRight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 err="1"/>
              <a:t>import</a:t>
            </a:r>
            <a:endParaRPr lang="de-DE" sz="800" dirty="0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59223C0-ADCF-4F45-A0DB-33700D321538}"/>
              </a:ext>
            </a:extLst>
          </p:cNvPr>
          <p:cNvSpPr/>
          <p:nvPr/>
        </p:nvSpPr>
        <p:spPr>
          <a:xfrm>
            <a:off x="2639282" y="2796163"/>
            <a:ext cx="1525626" cy="988998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sketch.ino</a:t>
            </a:r>
            <a:endParaRPr lang="de-DE" sz="1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17880A58-3F56-4E32-840E-8B8F461BF833}"/>
              </a:ext>
            </a:extLst>
          </p:cNvPr>
          <p:cNvSpPr/>
          <p:nvPr/>
        </p:nvSpPr>
        <p:spPr>
          <a:xfrm>
            <a:off x="2639282" y="4287123"/>
            <a:ext cx="835074" cy="322492"/>
          </a:xfrm>
          <a:prstGeom prst="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ADC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4306DC22-9358-42A6-BE89-E0E22602D7B6}"/>
              </a:ext>
            </a:extLst>
          </p:cNvPr>
          <p:cNvSpPr/>
          <p:nvPr/>
        </p:nvSpPr>
        <p:spPr>
          <a:xfrm>
            <a:off x="3319393" y="3932959"/>
            <a:ext cx="835074" cy="322492"/>
          </a:xfrm>
          <a:prstGeom prst="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de-DE" sz="1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Timer</a:t>
            </a:r>
            <a:endParaRPr lang="de-DE" sz="1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406C94DB-8E73-4122-A489-6B602D39FD81}"/>
              </a:ext>
            </a:extLst>
          </p:cNvPr>
          <p:cNvSpPr/>
          <p:nvPr/>
        </p:nvSpPr>
        <p:spPr>
          <a:xfrm>
            <a:off x="246642" y="4007863"/>
            <a:ext cx="1932351" cy="739020"/>
          </a:xfrm>
          <a:prstGeom prst="rect">
            <a:avLst/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ECG-</a:t>
            </a:r>
            <a:r>
              <a:rPr lang="de-DE" sz="1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Amp</a:t>
            </a:r>
            <a:endParaRPr lang="de-DE" sz="1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6" name="Pfeil: nach rechts 25">
            <a:extLst>
              <a:ext uri="{FF2B5EF4-FFF2-40B4-BE49-F238E27FC236}">
                <a16:creationId xmlns:a16="http://schemas.microsoft.com/office/drawing/2014/main" id="{F1A5AE6A-156E-4BA5-83FF-1726519B7FB4}"/>
              </a:ext>
            </a:extLst>
          </p:cNvPr>
          <p:cNvSpPr/>
          <p:nvPr/>
        </p:nvSpPr>
        <p:spPr>
          <a:xfrm>
            <a:off x="1876409" y="4264432"/>
            <a:ext cx="872004" cy="393510"/>
          </a:xfrm>
          <a:prstGeom prst="rightArrow">
            <a:avLst/>
          </a:prstGeom>
          <a:solidFill>
            <a:srgbClr val="FF000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Signal</a:t>
            </a:r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FA7595B0-5690-469D-8B5E-CE7B48CB816E}"/>
              </a:ext>
            </a:extLst>
          </p:cNvPr>
          <p:cNvSpPr/>
          <p:nvPr/>
        </p:nvSpPr>
        <p:spPr>
          <a:xfrm rot="16200000">
            <a:off x="3199595" y="3524029"/>
            <a:ext cx="522515" cy="362149"/>
          </a:xfrm>
          <a:prstGeom prst="right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trig</a:t>
            </a:r>
            <a:endParaRPr lang="de-DE" sz="105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4D780839-60E2-4A08-941F-145D563514DE}"/>
              </a:ext>
            </a:extLst>
          </p:cNvPr>
          <p:cNvSpPr/>
          <p:nvPr/>
        </p:nvSpPr>
        <p:spPr>
          <a:xfrm>
            <a:off x="2769401" y="3125098"/>
            <a:ext cx="1131643" cy="272130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Buffer</a:t>
            </a:r>
            <a:endParaRPr lang="de-DE" sz="1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59216F00-D1A9-4435-B352-937854059099}"/>
              </a:ext>
            </a:extLst>
          </p:cNvPr>
          <p:cNvSpPr/>
          <p:nvPr/>
        </p:nvSpPr>
        <p:spPr>
          <a:xfrm rot="16200000">
            <a:off x="2400135" y="3635164"/>
            <a:ext cx="988999" cy="362149"/>
          </a:xfrm>
          <a:prstGeom prst="right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read</a:t>
            </a:r>
            <a:endParaRPr lang="de-DE" sz="105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AF7E179A-45C8-4573-86BC-69CDC9F1F175}"/>
              </a:ext>
            </a:extLst>
          </p:cNvPr>
          <p:cNvSpPr/>
          <p:nvPr/>
        </p:nvSpPr>
        <p:spPr>
          <a:xfrm>
            <a:off x="4732316" y="3118855"/>
            <a:ext cx="746127" cy="278373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Buffer</a:t>
            </a:r>
          </a:p>
        </p:txBody>
      </p:sp>
      <p:sp>
        <p:nvSpPr>
          <p:cNvPr id="16" name="Pfeil: nach links und rechts 15">
            <a:extLst>
              <a:ext uri="{FF2B5EF4-FFF2-40B4-BE49-F238E27FC236}">
                <a16:creationId xmlns:a16="http://schemas.microsoft.com/office/drawing/2014/main" id="{96B90838-4F8A-43ED-802C-26ED221F04AE}"/>
              </a:ext>
            </a:extLst>
          </p:cNvPr>
          <p:cNvSpPr/>
          <p:nvPr/>
        </p:nvSpPr>
        <p:spPr>
          <a:xfrm>
            <a:off x="3797019" y="2962818"/>
            <a:ext cx="1184206" cy="592014"/>
          </a:xfrm>
          <a:prstGeom prst="leftRight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RPC-Bridge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ACFD9439-E31E-433B-8955-5DFB1E9EB512}"/>
              </a:ext>
            </a:extLst>
          </p:cNvPr>
          <p:cNvSpPr/>
          <p:nvPr/>
        </p:nvSpPr>
        <p:spPr>
          <a:xfrm>
            <a:off x="9409455" y="3255252"/>
            <a:ext cx="1932351" cy="1505221"/>
          </a:xfrm>
          <a:prstGeom prst="rect">
            <a:avLst/>
          </a:prstGeom>
          <a:solidFill>
            <a:schemeClr val="accent3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Display</a:t>
            </a:r>
          </a:p>
        </p:txBody>
      </p:sp>
      <p:sp>
        <p:nvSpPr>
          <p:cNvPr id="34" name="Pfeil: nach rechts 33">
            <a:extLst>
              <a:ext uri="{FF2B5EF4-FFF2-40B4-BE49-F238E27FC236}">
                <a16:creationId xmlns:a16="http://schemas.microsoft.com/office/drawing/2014/main" id="{1DA3743C-3264-4B42-B997-9441AC2BE37D}"/>
              </a:ext>
            </a:extLst>
          </p:cNvPr>
          <p:cNvSpPr/>
          <p:nvPr/>
        </p:nvSpPr>
        <p:spPr>
          <a:xfrm>
            <a:off x="8864581" y="4236117"/>
            <a:ext cx="794271" cy="382052"/>
          </a:xfrm>
          <a:prstGeom prst="rightArrow">
            <a:avLst/>
          </a:prstGeom>
          <a:solidFill>
            <a:schemeClr val="bg1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HDMI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EC13220A-6D8C-41EB-8A9D-E50BAB6911FF}"/>
              </a:ext>
            </a:extLst>
          </p:cNvPr>
          <p:cNvSpPr/>
          <p:nvPr/>
        </p:nvSpPr>
        <p:spPr>
          <a:xfrm>
            <a:off x="7266150" y="3089412"/>
            <a:ext cx="832588" cy="202884"/>
          </a:xfrm>
          <a:prstGeom prst="rect">
            <a:avLst/>
          </a:prstGeom>
          <a:solidFill>
            <a:srgbClr val="A4A4A4"/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app.js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15F98F46-B661-49C7-AC01-AA4A2B766C4A}"/>
              </a:ext>
            </a:extLst>
          </p:cNvPr>
          <p:cNvSpPr/>
          <p:nvPr/>
        </p:nvSpPr>
        <p:spPr>
          <a:xfrm>
            <a:off x="7252969" y="3328443"/>
            <a:ext cx="832588" cy="202884"/>
          </a:xfrm>
          <a:prstGeom prst="rect">
            <a:avLst/>
          </a:prstGeom>
          <a:solidFill>
            <a:srgbClr val="A4A4A4"/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index.html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33DEF56B-8ADC-4B8D-856F-09D4864BC00C}"/>
              </a:ext>
            </a:extLst>
          </p:cNvPr>
          <p:cNvSpPr/>
          <p:nvPr/>
        </p:nvSpPr>
        <p:spPr>
          <a:xfrm>
            <a:off x="7252969" y="3570553"/>
            <a:ext cx="832588" cy="202884"/>
          </a:xfrm>
          <a:prstGeom prst="rect">
            <a:avLst/>
          </a:prstGeom>
          <a:solidFill>
            <a:srgbClr val="A4A4A4"/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sytles.css</a:t>
            </a:r>
          </a:p>
        </p:txBody>
      </p:sp>
      <p:sp>
        <p:nvSpPr>
          <p:cNvPr id="12" name="Pfeil: nach links und rechts 11">
            <a:extLst>
              <a:ext uri="{FF2B5EF4-FFF2-40B4-BE49-F238E27FC236}">
                <a16:creationId xmlns:a16="http://schemas.microsoft.com/office/drawing/2014/main" id="{A8405D41-A68E-457A-88E5-3127BCEB6A0B}"/>
              </a:ext>
            </a:extLst>
          </p:cNvPr>
          <p:cNvSpPr/>
          <p:nvPr/>
        </p:nvSpPr>
        <p:spPr>
          <a:xfrm>
            <a:off x="6157356" y="2962818"/>
            <a:ext cx="1175657" cy="592014"/>
          </a:xfrm>
          <a:prstGeom prst="leftRight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Websocket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4DC5AFF-6065-417C-8E30-5BB036202554}"/>
              </a:ext>
            </a:extLst>
          </p:cNvPr>
          <p:cNvSpPr/>
          <p:nvPr/>
        </p:nvSpPr>
        <p:spPr>
          <a:xfrm>
            <a:off x="8224801" y="3089413"/>
            <a:ext cx="746127" cy="202884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Buffer</a:t>
            </a:r>
          </a:p>
        </p:txBody>
      </p:sp>
      <p:sp>
        <p:nvSpPr>
          <p:cNvPr id="40" name="Pfeil: nach rechts 39">
            <a:extLst>
              <a:ext uri="{FF2B5EF4-FFF2-40B4-BE49-F238E27FC236}">
                <a16:creationId xmlns:a16="http://schemas.microsoft.com/office/drawing/2014/main" id="{E0C00C49-EDC8-4B84-B8AF-60EBC12781BE}"/>
              </a:ext>
            </a:extLst>
          </p:cNvPr>
          <p:cNvSpPr/>
          <p:nvPr/>
        </p:nvSpPr>
        <p:spPr>
          <a:xfrm rot="5400000">
            <a:off x="8318930" y="3529768"/>
            <a:ext cx="505730" cy="362149"/>
          </a:xfrm>
          <a:prstGeom prst="right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F1369BDB-73AF-4899-9F92-06DB3A505DFD}"/>
              </a:ext>
            </a:extLst>
          </p:cNvPr>
          <p:cNvSpPr/>
          <p:nvPr/>
        </p:nvSpPr>
        <p:spPr>
          <a:xfrm>
            <a:off x="8224800" y="3367904"/>
            <a:ext cx="746127" cy="202884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WebGL</a:t>
            </a:r>
            <a:endParaRPr lang="de-DE" sz="1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291238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B101F7A7-DF6B-4C4D-94C4-8BF633C96638}"/>
              </a:ext>
            </a:extLst>
          </p:cNvPr>
          <p:cNvSpPr/>
          <p:nvPr/>
        </p:nvSpPr>
        <p:spPr>
          <a:xfrm>
            <a:off x="300051" y="1469057"/>
            <a:ext cx="3209503" cy="4302965"/>
          </a:xfrm>
          <a:prstGeom prst="rect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Zephyr OS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85BD1FA-D4F9-4CCC-B81E-5589E573018A}"/>
              </a:ext>
            </a:extLst>
          </p:cNvPr>
          <p:cNvSpPr/>
          <p:nvPr/>
        </p:nvSpPr>
        <p:spPr>
          <a:xfrm>
            <a:off x="300051" y="984257"/>
            <a:ext cx="3209503" cy="465290"/>
          </a:xfrm>
          <a:prstGeom prst="rect">
            <a:avLst/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MCU STM32U585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E2E11D36-F7D5-49AB-9D5D-983466BBAF88}"/>
              </a:ext>
            </a:extLst>
          </p:cNvPr>
          <p:cNvSpPr txBox="1"/>
          <p:nvPr/>
        </p:nvSpPr>
        <p:spPr>
          <a:xfrm>
            <a:off x="300051" y="5193809"/>
            <a:ext cx="471604" cy="246221"/>
          </a:xfrm>
          <a:prstGeom prst="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de-DE" sz="10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ADC0</a:t>
            </a:r>
          </a:p>
        </p:txBody>
      </p:sp>
      <p:cxnSp>
        <p:nvCxnSpPr>
          <p:cNvPr id="18" name="Verbinder: gewinkelt 17">
            <a:extLst>
              <a:ext uri="{FF2B5EF4-FFF2-40B4-BE49-F238E27FC236}">
                <a16:creationId xmlns:a16="http://schemas.microsoft.com/office/drawing/2014/main" id="{1C63D382-C790-41D2-AA6A-36F8D6E45EB2}"/>
              </a:ext>
            </a:extLst>
          </p:cNvPr>
          <p:cNvCxnSpPr>
            <a:stCxn id="15" idx="2"/>
            <a:endCxn id="7" idx="0"/>
          </p:cNvCxnSpPr>
          <p:nvPr/>
        </p:nvCxnSpPr>
        <p:spPr>
          <a:xfrm rot="5400000">
            <a:off x="443742" y="4852847"/>
            <a:ext cx="433073" cy="248850"/>
          </a:xfrm>
          <a:prstGeom prst="bentConnector3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Verbinder: gewinkelt 24">
            <a:extLst>
              <a:ext uri="{FF2B5EF4-FFF2-40B4-BE49-F238E27FC236}">
                <a16:creationId xmlns:a16="http://schemas.microsoft.com/office/drawing/2014/main" id="{9503AC2B-4BCD-4153-B717-1AF9152E23A8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68564" y="4064628"/>
            <a:ext cx="826066" cy="282957"/>
          </a:xfrm>
          <a:prstGeom prst="bentConnector2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FBF4BE4D-2EE4-4DA2-9114-9242C322EB29}"/>
              </a:ext>
            </a:extLst>
          </p:cNvPr>
          <p:cNvSpPr txBox="1"/>
          <p:nvPr/>
        </p:nvSpPr>
        <p:spPr>
          <a:xfrm>
            <a:off x="463140" y="4514515"/>
            <a:ext cx="643125" cy="246221"/>
          </a:xfrm>
          <a:prstGeom prst="rect">
            <a:avLst/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de-DE" sz="10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readADC</a:t>
            </a:r>
            <a:endParaRPr lang="de-DE" sz="10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6" name="Tabelle 6">
            <a:extLst>
              <a:ext uri="{FF2B5EF4-FFF2-40B4-BE49-F238E27FC236}">
                <a16:creationId xmlns:a16="http://schemas.microsoft.com/office/drawing/2014/main" id="{1E7261E3-537B-469D-8346-B522ACB0C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6452968"/>
              </p:ext>
            </p:extLst>
          </p:nvPr>
        </p:nvGraphicFramePr>
        <p:xfrm>
          <a:off x="1112320" y="3200769"/>
          <a:ext cx="1635497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6891">
                  <a:extLst>
                    <a:ext uri="{9D8B030D-6E8A-4147-A177-3AD203B41FA5}">
                      <a16:colId xmlns:a16="http://schemas.microsoft.com/office/drawing/2014/main" val="2011791369"/>
                    </a:ext>
                  </a:extLst>
                </a:gridCol>
                <a:gridCol w="818606">
                  <a:extLst>
                    <a:ext uri="{9D8B030D-6E8A-4147-A177-3AD203B41FA5}">
                      <a16:colId xmlns:a16="http://schemas.microsoft.com/office/drawing/2014/main" val="3148711606"/>
                    </a:ext>
                  </a:extLst>
                </a:gridCol>
              </a:tblGrid>
              <a:tr h="200297">
                <a:tc gridSpan="2">
                  <a:txBody>
                    <a:bodyPr/>
                    <a:lstStyle/>
                    <a:p>
                      <a:pPr algn="ctr"/>
                      <a:r>
                        <a:rPr lang="de-DE" sz="900" b="0" dirty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RingBuf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 []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e-DE" sz="10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2076502"/>
                  </a:ext>
                </a:extLst>
              </a:tr>
              <a:tr h="20029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kern="12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n-lt"/>
                          <a:ea typeface="+mn-ea"/>
                          <a:cs typeface="+mn-cs"/>
                        </a:rPr>
                        <a:t>value_01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kern="12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n-lt"/>
                          <a:ea typeface="+mn-ea"/>
                          <a:cs typeface="+mn-cs"/>
                        </a:rPr>
                        <a:t>t_ms_01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8631485"/>
                  </a:ext>
                </a:extLst>
              </a:tr>
              <a:tr h="1947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kern="12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n-lt"/>
                          <a:ea typeface="+mn-ea"/>
                          <a:cs typeface="+mn-cs"/>
                        </a:rPr>
                        <a:t>value_02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de-DE" sz="900" b="0" kern="12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n-lt"/>
                          <a:ea typeface="+mn-ea"/>
                          <a:cs typeface="+mn-cs"/>
                        </a:rPr>
                        <a:t>t_ms_02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5139352"/>
                  </a:ext>
                </a:extLst>
              </a:tr>
              <a:tr h="1282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kern="12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n-lt"/>
                          <a:ea typeface="+mn-ea"/>
                          <a:cs typeface="+mn-cs"/>
                        </a:rPr>
                        <a:t>value_03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kern="12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n-lt"/>
                          <a:ea typeface="+mn-ea"/>
                          <a:cs typeface="+mn-cs"/>
                        </a:rPr>
                        <a:t>t_ms_03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6385029"/>
                  </a:ext>
                </a:extLst>
              </a:tr>
            </a:tbl>
          </a:graphicData>
        </a:graphic>
      </p:graphicFrame>
      <p:sp>
        <p:nvSpPr>
          <p:cNvPr id="26" name="Rechteck 25">
            <a:extLst>
              <a:ext uri="{FF2B5EF4-FFF2-40B4-BE49-F238E27FC236}">
                <a16:creationId xmlns:a16="http://schemas.microsoft.com/office/drawing/2014/main" id="{9A229D87-7085-447B-BDDA-76B772676614}"/>
              </a:ext>
            </a:extLst>
          </p:cNvPr>
          <p:cNvSpPr/>
          <p:nvPr/>
        </p:nvSpPr>
        <p:spPr>
          <a:xfrm>
            <a:off x="2303394" y="4905864"/>
            <a:ext cx="1107431" cy="365187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k_timer</a:t>
            </a:r>
            <a:br>
              <a:rPr lang="de-DE" sz="1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de-DE" sz="1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SampleTimer</a:t>
            </a:r>
            <a:endParaRPr lang="de-DE" sz="1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E7E4D529-51B7-47E7-A57C-BD29B12F043E}"/>
              </a:ext>
            </a:extLst>
          </p:cNvPr>
          <p:cNvSpPr/>
          <p:nvPr/>
        </p:nvSpPr>
        <p:spPr>
          <a:xfrm>
            <a:off x="1297152" y="4302034"/>
            <a:ext cx="903904" cy="1367246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loop()</a:t>
            </a:r>
          </a:p>
          <a:p>
            <a:pPr algn="ctr"/>
            <a:b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endParaRPr lang="de-DE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timer_ticks</a:t>
            </a:r>
            <a:endParaRPr lang="de-DE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221854E3-6F2F-409D-8E7A-29FF6DD31495}"/>
              </a:ext>
            </a:extLst>
          </p:cNvPr>
          <p:cNvCxnSpPr>
            <a:cxnSpLocks/>
          </p:cNvCxnSpPr>
          <p:nvPr/>
        </p:nvCxnSpPr>
        <p:spPr>
          <a:xfrm rot="10800000">
            <a:off x="1749104" y="5092729"/>
            <a:ext cx="554292" cy="309104"/>
          </a:xfrm>
          <a:prstGeom prst="bentConnector3">
            <a:avLst>
              <a:gd name="adj1" fmla="val 99760"/>
            </a:avLst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Verbinder: gewinkelt 39">
            <a:extLst>
              <a:ext uri="{FF2B5EF4-FFF2-40B4-BE49-F238E27FC236}">
                <a16:creationId xmlns:a16="http://schemas.microsoft.com/office/drawing/2014/main" id="{6326DF14-C1B2-49D1-B04B-F388B1794D4A}"/>
              </a:ext>
            </a:extLst>
          </p:cNvPr>
          <p:cNvCxnSpPr>
            <a:endCxn id="15" idx="3"/>
          </p:cNvCxnSpPr>
          <p:nvPr/>
        </p:nvCxnSpPr>
        <p:spPr>
          <a:xfrm rot="10800000">
            <a:off x="1106266" y="4637626"/>
            <a:ext cx="642839" cy="208694"/>
          </a:xfrm>
          <a:prstGeom prst="bentConnector3">
            <a:avLst>
              <a:gd name="adj1" fmla="val -2521"/>
            </a:avLst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0938E29D-A8B1-44DB-B462-9281E116B7BD}"/>
              </a:ext>
            </a:extLst>
          </p:cNvPr>
          <p:cNvSpPr/>
          <p:nvPr/>
        </p:nvSpPr>
        <p:spPr>
          <a:xfrm>
            <a:off x="2303394" y="5279760"/>
            <a:ext cx="1103822" cy="276998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onSampleTimer</a:t>
            </a:r>
            <a:endParaRPr lang="de-DE" sz="1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335868A5-4690-4B48-BC75-7A3EC46D70B4}"/>
              </a:ext>
            </a:extLst>
          </p:cNvPr>
          <p:cNvSpPr/>
          <p:nvPr/>
        </p:nvSpPr>
        <p:spPr>
          <a:xfrm>
            <a:off x="6689188" y="1516702"/>
            <a:ext cx="3781196" cy="428345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Debian Linux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BC0E84E3-69F8-4DF1-8DE3-EE7A93CC9C04}"/>
              </a:ext>
            </a:extLst>
          </p:cNvPr>
          <p:cNvSpPr/>
          <p:nvPr/>
        </p:nvSpPr>
        <p:spPr>
          <a:xfrm>
            <a:off x="6689187" y="1031903"/>
            <a:ext cx="3781197" cy="465290"/>
          </a:xfrm>
          <a:prstGeom prst="rect">
            <a:avLst/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MPU – QRB2210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852C0AA6-C4DE-41C1-A3B7-9D364705BE1B}"/>
              </a:ext>
            </a:extLst>
          </p:cNvPr>
          <p:cNvSpPr/>
          <p:nvPr/>
        </p:nvSpPr>
        <p:spPr>
          <a:xfrm>
            <a:off x="6894613" y="2030168"/>
            <a:ext cx="3245180" cy="3574235"/>
          </a:xfrm>
          <a:prstGeom prst="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Docker-Container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41700831-4DC2-4A0C-AEB8-05366E1971BC}"/>
              </a:ext>
            </a:extLst>
          </p:cNvPr>
          <p:cNvSpPr/>
          <p:nvPr/>
        </p:nvSpPr>
        <p:spPr>
          <a:xfrm>
            <a:off x="7009090" y="2119710"/>
            <a:ext cx="2947822" cy="2833799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Python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89B78070-CA21-48D7-A2E8-BC3FCEE60D55}"/>
              </a:ext>
            </a:extLst>
          </p:cNvPr>
          <p:cNvSpPr/>
          <p:nvPr/>
        </p:nvSpPr>
        <p:spPr>
          <a:xfrm>
            <a:off x="7180851" y="2210419"/>
            <a:ext cx="2604300" cy="1438555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arduino_q_bridge_rpc.py</a:t>
            </a:r>
            <a:br>
              <a:rPr lang="de-DE" sz="1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endParaRPr lang="de-DE" sz="1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request_frame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()</a:t>
            </a:r>
          </a:p>
          <a:p>
            <a:pPr algn="ctr"/>
            <a:r>
              <a:rPr lang="de-DE" sz="1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↓</a:t>
            </a:r>
          </a:p>
          <a:p>
            <a:pPr algn="ctr"/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Bridge.call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ecg_get_frame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)</a:t>
            </a:r>
            <a:b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↓</a:t>
            </a:r>
          </a:p>
          <a:p>
            <a:pPr algn="ctr"/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parse_frame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()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ACECC0F-F9AD-4C5D-81C9-720341831FB1}"/>
              </a:ext>
            </a:extLst>
          </p:cNvPr>
          <p:cNvSpPr/>
          <p:nvPr/>
        </p:nvSpPr>
        <p:spPr>
          <a:xfrm>
            <a:off x="602652" y="1836096"/>
            <a:ext cx="2604300" cy="1031275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MsgPack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 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ecg_get_frame</a:t>
            </a:r>
            <a:b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endParaRPr lang="de-DE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171450" indent="-171450">
              <a:buFontTx/>
              <a:buChar char="-"/>
            </a:pPr>
            <a:r>
              <a:rPr lang="de-DE" sz="1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reads</a:t>
            </a:r>
            <a:r>
              <a:rPr lang="de-DE" sz="1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de-DE" sz="1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RingBuf</a:t>
            </a:r>
            <a:r>
              <a:rPr lang="de-DE" sz="1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[] </a:t>
            </a:r>
            <a:r>
              <a:rPr lang="de-DE" sz="1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since</a:t>
            </a:r>
            <a:r>
              <a:rPr lang="de-DE" sz="1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last </a:t>
            </a:r>
            <a:r>
              <a:rPr lang="de-DE" sz="1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call</a:t>
            </a:r>
            <a:endParaRPr lang="de-DE" sz="1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171450" indent="-171450">
              <a:buFontTx/>
              <a:buChar char="-"/>
            </a:pPr>
            <a:r>
              <a:rPr lang="de-DE" sz="1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packs</a:t>
            </a:r>
            <a:r>
              <a:rPr lang="de-DE" sz="1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de-DE" sz="1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binary</a:t>
            </a:r>
            <a:r>
              <a:rPr lang="de-DE" sz="1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frame </a:t>
            </a:r>
            <a:r>
              <a:rPr lang="de-DE" sz="1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including</a:t>
            </a:r>
            <a:r>
              <a:rPr lang="de-DE" sz="1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crc16</a:t>
            </a:r>
          </a:p>
          <a:p>
            <a:pPr marL="171450" indent="-171450">
              <a:buFontTx/>
              <a:buChar char="-"/>
            </a:pPr>
            <a:r>
              <a:rPr lang="de-DE" sz="1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sends</a:t>
            </a:r>
            <a:r>
              <a:rPr lang="de-DE" sz="1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de-DE" sz="1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binary</a:t>
            </a:r>
            <a:r>
              <a:rPr lang="de-DE" sz="1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frame</a:t>
            </a:r>
          </a:p>
          <a:p>
            <a:pPr marL="171450" indent="-171450" algn="ctr">
              <a:buFontTx/>
              <a:buChar char="-"/>
            </a:pPr>
            <a:endParaRPr lang="de-DE" sz="1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cxnSp>
        <p:nvCxnSpPr>
          <p:cNvPr id="59" name="Verbinder: gewinkelt 58">
            <a:extLst>
              <a:ext uri="{FF2B5EF4-FFF2-40B4-BE49-F238E27FC236}">
                <a16:creationId xmlns:a16="http://schemas.microsoft.com/office/drawing/2014/main" id="{C9680693-9374-4A63-8D43-7A2E729A1B00}"/>
              </a:ext>
            </a:extLst>
          </p:cNvPr>
          <p:cNvCxnSpPr>
            <a:cxnSpLocks/>
            <a:stCxn id="57" idx="2"/>
            <a:endCxn id="6" idx="3"/>
          </p:cNvCxnSpPr>
          <p:nvPr/>
        </p:nvCxnSpPr>
        <p:spPr>
          <a:xfrm rot="16200000" flipH="1">
            <a:off x="1931010" y="2841162"/>
            <a:ext cx="790598" cy="843015"/>
          </a:xfrm>
          <a:prstGeom prst="bentConnector4">
            <a:avLst>
              <a:gd name="adj1" fmla="val 31761"/>
              <a:gd name="adj2" fmla="val 135690"/>
            </a:avLst>
          </a:prstGeom>
          <a:ln w="28575"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Verbinder: gewinkelt 66">
            <a:extLst>
              <a:ext uri="{FF2B5EF4-FFF2-40B4-BE49-F238E27FC236}">
                <a16:creationId xmlns:a16="http://schemas.microsoft.com/office/drawing/2014/main" id="{475ADD28-5D06-4936-8707-C463269806AB}"/>
              </a:ext>
            </a:extLst>
          </p:cNvPr>
          <p:cNvCxnSpPr>
            <a:cxnSpLocks/>
          </p:cNvCxnSpPr>
          <p:nvPr/>
        </p:nvCxnSpPr>
        <p:spPr>
          <a:xfrm rot="10800000">
            <a:off x="3235089" y="2386904"/>
            <a:ext cx="4347399" cy="652628"/>
          </a:xfrm>
          <a:prstGeom prst="bentConnector3">
            <a:avLst/>
          </a:prstGeom>
          <a:ln w="57150">
            <a:solidFill>
              <a:schemeClr val="bg2">
                <a:lumMod val="25000"/>
              </a:schemeClr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hteck 67">
            <a:extLst>
              <a:ext uri="{FF2B5EF4-FFF2-40B4-BE49-F238E27FC236}">
                <a16:creationId xmlns:a16="http://schemas.microsoft.com/office/drawing/2014/main" id="{29F9C4F3-2B65-451C-8BA3-3DA5AB825CF9}"/>
              </a:ext>
            </a:extLst>
          </p:cNvPr>
          <p:cNvSpPr/>
          <p:nvPr/>
        </p:nvSpPr>
        <p:spPr>
          <a:xfrm>
            <a:off x="7180851" y="3712648"/>
            <a:ext cx="2604300" cy="819003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main.py</a:t>
            </a:r>
          </a:p>
          <a:p>
            <a:pPr algn="ctr"/>
            <a:endParaRPr lang="de-DE" sz="1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Calls 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Wingdings" panose="05000000000000000000" pitchFamily="2" charset="2"/>
              </a:rPr>
              <a:t>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de-DE" sz="1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request_frame</a:t>
            </a:r>
            <a:r>
              <a:rPr lang="de-DE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()</a:t>
            </a:r>
            <a:endParaRPr lang="de-DE" sz="1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E996A80B-0ED0-40C6-BBD2-58ECDAAB1F39}"/>
              </a:ext>
            </a:extLst>
          </p:cNvPr>
          <p:cNvSpPr txBox="1"/>
          <p:nvPr/>
        </p:nvSpPr>
        <p:spPr>
          <a:xfrm>
            <a:off x="3903212" y="2028854"/>
            <a:ext cx="11094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RPC-Bridge</a:t>
            </a: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3AA44FB2-7BEE-42D2-97A4-1BF30D119A94}"/>
              </a:ext>
            </a:extLst>
          </p:cNvPr>
          <p:cNvSpPr txBox="1"/>
          <p:nvPr/>
        </p:nvSpPr>
        <p:spPr>
          <a:xfrm>
            <a:off x="4457947" y="1652522"/>
            <a:ext cx="15129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Arduino-Router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CDB44E6D-46CE-4883-8018-489E1B4FF194}"/>
              </a:ext>
            </a:extLst>
          </p:cNvPr>
          <p:cNvSpPr txBox="1"/>
          <p:nvPr/>
        </p:nvSpPr>
        <p:spPr>
          <a:xfrm>
            <a:off x="3714979" y="3151618"/>
            <a:ext cx="2794355" cy="861774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de-DE" sz="10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data</a:t>
            </a:r>
            <a:r>
              <a:rPr lang="de-DE" sz="1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-frame</a:t>
            </a:r>
          </a:p>
          <a:p>
            <a:r>
              <a:rPr lang="de-DE" sz="10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[uint8 </a:t>
            </a:r>
            <a:r>
              <a:rPr lang="de-DE" sz="1000" b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count</a:t>
            </a:r>
            <a:r>
              <a:rPr lang="de-DE" sz="10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] </a:t>
            </a:r>
          </a:p>
          <a:p>
            <a:r>
              <a:rPr lang="de-DE" sz="10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[uint32 t0_ms]</a:t>
            </a:r>
          </a:p>
          <a:p>
            <a:r>
              <a:rPr lang="de-DE" sz="10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[</a:t>
            </a:r>
            <a:r>
              <a:rPr lang="de-DE" sz="1000" b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count</a:t>
            </a:r>
            <a:r>
              <a:rPr lang="de-DE" sz="10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*(uint16 sample + uint8 </a:t>
            </a:r>
            <a:r>
              <a:rPr lang="de-DE" sz="1000" b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dt_ms</a:t>
            </a:r>
            <a:r>
              <a:rPr lang="de-DE" sz="10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)]</a:t>
            </a:r>
          </a:p>
          <a:p>
            <a:r>
              <a:rPr lang="de-DE" sz="10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[uint16 crc16]</a:t>
            </a:r>
          </a:p>
        </p:txBody>
      </p:sp>
      <p:cxnSp>
        <p:nvCxnSpPr>
          <p:cNvPr id="80" name="Verbinder: gewinkelt 79">
            <a:extLst>
              <a:ext uri="{FF2B5EF4-FFF2-40B4-BE49-F238E27FC236}">
                <a16:creationId xmlns:a16="http://schemas.microsoft.com/office/drawing/2014/main" id="{617EF876-89D6-413C-8D54-CCBACD7EE75C}"/>
              </a:ext>
            </a:extLst>
          </p:cNvPr>
          <p:cNvCxnSpPr/>
          <p:nvPr/>
        </p:nvCxnSpPr>
        <p:spPr>
          <a:xfrm rot="16200000" flipV="1">
            <a:off x="8518490" y="3258178"/>
            <a:ext cx="1532374" cy="411982"/>
          </a:xfrm>
          <a:prstGeom prst="bentConnector3">
            <a:avLst>
              <a:gd name="adj1" fmla="val 100164"/>
            </a:avLst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1E8483EB-ECF1-41A3-AEDC-B6EF5260D962}"/>
              </a:ext>
            </a:extLst>
          </p:cNvPr>
          <p:cNvCxnSpPr/>
          <p:nvPr/>
        </p:nvCxnSpPr>
        <p:spPr>
          <a:xfrm flipH="1">
            <a:off x="9269604" y="4230356"/>
            <a:ext cx="221064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62196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194</Words>
  <Application>Microsoft Office PowerPoint</Application>
  <PresentationFormat>Breitbild</PresentationFormat>
  <Paragraphs>71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Consolas</vt:lpstr>
      <vt:lpstr>Office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Jens Bongartz</dc:creator>
  <cp:lastModifiedBy>Jens Bongartz</cp:lastModifiedBy>
  <cp:revision>23</cp:revision>
  <dcterms:created xsi:type="dcterms:W3CDTF">2026-02-03T13:03:26Z</dcterms:created>
  <dcterms:modified xsi:type="dcterms:W3CDTF">2026-02-05T15:06:25Z</dcterms:modified>
</cp:coreProperties>
</file>