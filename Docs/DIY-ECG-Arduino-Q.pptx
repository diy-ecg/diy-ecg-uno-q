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A4A4"/>
    <a:srgbClr val="EC7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858" autoAdjust="0"/>
    <p:restoredTop sz="94660"/>
  </p:normalViewPr>
  <p:slideViewPr>
    <p:cSldViewPr snapToGrid="0">
      <p:cViewPr>
        <p:scale>
          <a:sx n="210" d="100"/>
          <a:sy n="210" d="100"/>
        </p:scale>
        <p:origin x="-288" y="-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CBEAB-EFD3-4C46-9317-D2D282327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D4CDA8-CEC0-43B4-8B6B-804F52A4C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606783-E562-4441-9174-2BA956EC2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6CB0-A10C-4034-BFC2-C37150C834DC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DFC858-3F79-46DF-BDC1-7A00B1CB3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A85B2A-F9EF-48EF-AB61-9F471393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121C-7544-47AE-8094-6A3111EB9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686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F8556-9D5F-487C-B57E-7E369C3B0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581551-BD08-4A67-9182-E177C491B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27345C-312A-44C4-B13A-AC6FA4C8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6CB0-A10C-4034-BFC2-C37150C834DC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640C48-D0B9-41CE-BDBA-3C26CBBCC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55E799-65C0-4B47-AF1C-F321BF84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121C-7544-47AE-8094-6A3111EB9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959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73584F-DB0C-4263-ACF0-C83C4CAC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120B8D-699E-4385-A4D1-3990A3634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40C752-C15D-418B-8B7D-5C7A94C7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6CB0-A10C-4034-BFC2-C37150C834DC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00F585-D2CC-4C81-9D42-1D426E352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32602B-F132-4E1B-8C02-EE0B605D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121C-7544-47AE-8094-6A3111EB9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153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F2C01A-5123-466D-9446-45F6CACF5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C33406-E811-4B34-B407-B18B4358B2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1FD0887-B815-4269-BAFF-ABF4FEDC1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FDE794-FDEA-4EA0-8615-818392827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6CB0-A10C-4034-BFC2-C37150C834DC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D51A0D2-F11B-4480-9121-D00CBB9E8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7E49F7-E724-4F8A-9824-4D714789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121C-7544-47AE-8094-6A3111EB9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28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233E53-49A4-4AA6-9747-8BDA2FCC0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698B62-14E8-481E-BC9A-BA13653D6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E8466B-462D-4F56-A5E1-754B3A68B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9510471-D669-480F-9DE0-2C9CE92F0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C99D71-F722-415C-A0A2-9C5362998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3358F75-D2F8-4E2B-870B-D9A3B191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6CB0-A10C-4034-BFC2-C37150C834DC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7C3A8A6-C5FF-4F51-8245-DD532A89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21CA556-474F-4B3F-B996-1D8F35DF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121C-7544-47AE-8094-6A3111EB9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7510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A7F87F-80A1-4703-BB79-7DBA60F7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6B2E71D-D8AC-4A24-B5DF-CC80E921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6CB0-A10C-4034-BFC2-C37150C834DC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68E7C7-10DD-4D75-B642-7F34AF8A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4611D3B-2C1C-43AE-91CD-DD846DD7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121C-7544-47AE-8094-6A3111EB9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281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B813003-59C4-47FF-9C7A-DCF6BAD23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6CB0-A10C-4034-BFC2-C37150C834DC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FEEED5-FCE7-48DF-86A0-815FB25B5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B3DD93-85D3-42F4-BE31-F4B68992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121C-7544-47AE-8094-6A3111EB9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682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42993-025B-427C-B4E8-BAB26007F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7D5190-0132-4415-A737-3EEF26601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31BC3C-3676-4852-838F-D7758D059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B43BD-DD08-4255-A533-D68EC3AF7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6CB0-A10C-4034-BFC2-C37150C834DC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F76E51-7A47-4A35-88F8-2F304EA3D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09BD0C-44FA-4092-A720-2FAFC46C9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121C-7544-47AE-8094-6A3111EB9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675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A49D4C-EDFF-4527-B7B8-69482A32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EDF706-8443-434C-B305-00CF82C6E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0A91461-61AB-4B3C-B02D-223D4AAF5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408C29-9ABB-4538-B460-41538451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6CB0-A10C-4034-BFC2-C37150C834DC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EFF4C7-6BD4-4F18-9B1D-5E355AF0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028EF2-7178-45F0-BC1F-3F320BE4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121C-7544-47AE-8094-6A3111EB9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976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0BA474-EDC7-4F7B-8520-E3597B0F2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B91F81-5407-4D6F-A1F6-1C9F053DD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C44BE1-3ACB-467E-9AE0-51D73B6E5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6CB0-A10C-4034-BFC2-C37150C834DC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9C29C2-E62A-44D3-A5A3-EB96283B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AB7DC1-4EDB-4472-B41A-ADA4F5BD6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121C-7544-47AE-8094-6A3111EB9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97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AFE7394-0DAA-42CE-8BCB-070B77B13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6A096DC-23F8-415C-804C-3EAAC4056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19FF95-8D01-49DD-A867-4168B1B1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6CB0-A10C-4034-BFC2-C37150C834DC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FE4E9A-9F4B-45DC-ADFF-AC7A1BD5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DF66FE-24B6-42F5-AC2F-03328CBC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121C-7544-47AE-8094-6A3111EB9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297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8E0B9D9-0800-46A7-A182-34BCDA8F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24B5CB-63B0-47CD-8DB3-E54DDF137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191E70-1DA0-47D4-B375-4E4AF457F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A6CB0-A10C-4034-BFC2-C37150C834DC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49546E-CEC0-4AD2-A02F-67C31333F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D77802-4415-4BE2-8FA5-9E1BA7EEB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0121C-7544-47AE-8094-6A3111EB99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01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hteck 40">
            <a:extLst>
              <a:ext uri="{FF2B5EF4-FFF2-40B4-BE49-F238E27FC236}">
                <a16:creationId xmlns:a16="http://schemas.microsoft.com/office/drawing/2014/main" id="{06CB0D8B-8E9B-41A6-9325-C19CC044730C}"/>
              </a:ext>
            </a:extLst>
          </p:cNvPr>
          <p:cNvSpPr/>
          <p:nvPr/>
        </p:nvSpPr>
        <p:spPr>
          <a:xfrm>
            <a:off x="2284875" y="1528505"/>
            <a:ext cx="7041878" cy="33106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Arduino Uno Q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F968E00-D5A5-4CBD-817C-F496F2AC91BE}"/>
              </a:ext>
            </a:extLst>
          </p:cNvPr>
          <p:cNvSpPr/>
          <p:nvPr/>
        </p:nvSpPr>
        <p:spPr>
          <a:xfrm>
            <a:off x="4441371" y="2353808"/>
            <a:ext cx="4779819" cy="23930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Debian Linux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7858802-1A36-4956-A246-BC95D57DA7A1}"/>
              </a:ext>
            </a:extLst>
          </p:cNvPr>
          <p:cNvSpPr/>
          <p:nvPr/>
        </p:nvSpPr>
        <p:spPr>
          <a:xfrm>
            <a:off x="4441371" y="1980728"/>
            <a:ext cx="4779819" cy="382052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MPU – QRB2210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779091F-3C33-4FE4-82CB-92E58C456719}"/>
              </a:ext>
            </a:extLst>
          </p:cNvPr>
          <p:cNvSpPr/>
          <p:nvPr/>
        </p:nvSpPr>
        <p:spPr>
          <a:xfrm>
            <a:off x="4499085" y="2796163"/>
            <a:ext cx="2085783" cy="1810550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de-DE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Docker-Container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3E8E219-BBD2-4846-880C-D7D1693E2DBD}"/>
              </a:ext>
            </a:extLst>
          </p:cNvPr>
          <p:cNvSpPr/>
          <p:nvPr/>
        </p:nvSpPr>
        <p:spPr>
          <a:xfrm>
            <a:off x="6986015" y="3883126"/>
            <a:ext cx="2173185" cy="335507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XOrg</a:t>
            </a:r>
            <a:r>
              <a:rPr lang="de-DE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de-DE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de-DE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Wayland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8A1B2D1-BAB9-4746-A13A-3D21297598DB}"/>
              </a:ext>
            </a:extLst>
          </p:cNvPr>
          <p:cNvSpPr/>
          <p:nvPr/>
        </p:nvSpPr>
        <p:spPr>
          <a:xfrm>
            <a:off x="6986016" y="4269999"/>
            <a:ext cx="2173185" cy="335508"/>
          </a:xfrm>
          <a:prstGeom prst="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DRM/KMS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0900F1C-2269-4A41-B232-C2D07257EED1}"/>
              </a:ext>
            </a:extLst>
          </p:cNvPr>
          <p:cNvSpPr/>
          <p:nvPr/>
        </p:nvSpPr>
        <p:spPr>
          <a:xfrm>
            <a:off x="4613564" y="2885704"/>
            <a:ext cx="1917864" cy="136566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de-DE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49EE33B-6309-464A-B692-15C79F464D70}"/>
              </a:ext>
            </a:extLst>
          </p:cNvPr>
          <p:cNvSpPr/>
          <p:nvPr/>
        </p:nvSpPr>
        <p:spPr>
          <a:xfrm>
            <a:off x="6986017" y="2796163"/>
            <a:ext cx="2173185" cy="1031576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Webbrowser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439C157-5333-48B0-AD7E-6354AE08F551}"/>
              </a:ext>
            </a:extLst>
          </p:cNvPr>
          <p:cNvSpPr/>
          <p:nvPr/>
        </p:nvSpPr>
        <p:spPr>
          <a:xfrm>
            <a:off x="5630567" y="2941735"/>
            <a:ext cx="857634" cy="121722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de-DE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WebUI</a:t>
            </a:r>
            <a:endParaRPr lang="de-DE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C8FFF19-2DE5-4DEE-92AC-2A74190AFF2F}"/>
              </a:ext>
            </a:extLst>
          </p:cNvPr>
          <p:cNvSpPr/>
          <p:nvPr/>
        </p:nvSpPr>
        <p:spPr>
          <a:xfrm>
            <a:off x="5654319" y="2968756"/>
            <a:ext cx="681168" cy="59201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Web-server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18CD50B-7E2E-434D-8362-355EB2B1B02E}"/>
              </a:ext>
            </a:extLst>
          </p:cNvPr>
          <p:cNvSpPr/>
          <p:nvPr/>
        </p:nvSpPr>
        <p:spPr>
          <a:xfrm>
            <a:off x="2398816" y="2353807"/>
            <a:ext cx="1932351" cy="2393076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Zephyr OS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B925DC7-FD62-40C9-A87F-36B6AEDA3FB8}"/>
              </a:ext>
            </a:extLst>
          </p:cNvPr>
          <p:cNvSpPr/>
          <p:nvPr/>
        </p:nvSpPr>
        <p:spPr>
          <a:xfrm>
            <a:off x="2398816" y="1980728"/>
            <a:ext cx="1932351" cy="382052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MCU STM32U585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90CF201-0817-47C5-98B0-8A66FB47526D}"/>
              </a:ext>
            </a:extLst>
          </p:cNvPr>
          <p:cNvSpPr/>
          <p:nvPr/>
        </p:nvSpPr>
        <p:spPr>
          <a:xfrm>
            <a:off x="4648360" y="2941735"/>
            <a:ext cx="859653" cy="9889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de-DE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main.py</a:t>
            </a:r>
          </a:p>
        </p:txBody>
      </p:sp>
      <p:sp>
        <p:nvSpPr>
          <p:cNvPr id="20" name="Pfeil: nach links und rechts 19">
            <a:extLst>
              <a:ext uri="{FF2B5EF4-FFF2-40B4-BE49-F238E27FC236}">
                <a16:creationId xmlns:a16="http://schemas.microsoft.com/office/drawing/2014/main" id="{C02FBFD4-E487-498D-BCF0-371616CF928C}"/>
              </a:ext>
            </a:extLst>
          </p:cNvPr>
          <p:cNvSpPr/>
          <p:nvPr/>
        </p:nvSpPr>
        <p:spPr>
          <a:xfrm>
            <a:off x="5237014" y="3474204"/>
            <a:ext cx="586165" cy="240943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/>
              <a:t>import</a:t>
            </a:r>
            <a:endParaRPr lang="de-DE" sz="800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59223C0-ADCF-4F45-A0DB-33700D321538}"/>
              </a:ext>
            </a:extLst>
          </p:cNvPr>
          <p:cNvSpPr/>
          <p:nvPr/>
        </p:nvSpPr>
        <p:spPr>
          <a:xfrm>
            <a:off x="2639282" y="2796163"/>
            <a:ext cx="1525626" cy="9889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sketch.ino</a:t>
            </a:r>
            <a:endParaRPr lang="de-DE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7880A58-3F56-4E32-840E-8B8F461BF833}"/>
              </a:ext>
            </a:extLst>
          </p:cNvPr>
          <p:cNvSpPr/>
          <p:nvPr/>
        </p:nvSpPr>
        <p:spPr>
          <a:xfrm>
            <a:off x="2639282" y="4287123"/>
            <a:ext cx="835074" cy="322492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ADC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306DC22-9358-42A6-BE89-E0E22602D7B6}"/>
              </a:ext>
            </a:extLst>
          </p:cNvPr>
          <p:cNvSpPr/>
          <p:nvPr/>
        </p:nvSpPr>
        <p:spPr>
          <a:xfrm>
            <a:off x="3319393" y="3932959"/>
            <a:ext cx="835074" cy="322492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de-DE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Timer</a:t>
            </a:r>
            <a:endParaRPr lang="de-DE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06C94DB-8E73-4122-A489-6B602D39FD81}"/>
              </a:ext>
            </a:extLst>
          </p:cNvPr>
          <p:cNvSpPr/>
          <p:nvPr/>
        </p:nvSpPr>
        <p:spPr>
          <a:xfrm>
            <a:off x="246642" y="4007863"/>
            <a:ext cx="1932351" cy="739020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ECG-</a:t>
            </a:r>
            <a:r>
              <a:rPr lang="de-DE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</a:t>
            </a:r>
            <a:endParaRPr lang="de-DE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Pfeil: nach rechts 25">
            <a:extLst>
              <a:ext uri="{FF2B5EF4-FFF2-40B4-BE49-F238E27FC236}">
                <a16:creationId xmlns:a16="http://schemas.microsoft.com/office/drawing/2014/main" id="{F1A5AE6A-156E-4BA5-83FF-1726519B7FB4}"/>
              </a:ext>
            </a:extLst>
          </p:cNvPr>
          <p:cNvSpPr/>
          <p:nvPr/>
        </p:nvSpPr>
        <p:spPr>
          <a:xfrm>
            <a:off x="1876409" y="4264432"/>
            <a:ext cx="872004" cy="393510"/>
          </a:xfrm>
          <a:prstGeom prst="rightArrow">
            <a:avLst/>
          </a:prstGeom>
          <a:solidFill>
            <a:srgbClr val="FF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Signal</a:t>
            </a:r>
          </a:p>
        </p:txBody>
      </p:sp>
      <p:sp>
        <p:nvSpPr>
          <p:cNvPr id="30" name="Pfeil: nach rechts 29">
            <a:extLst>
              <a:ext uri="{FF2B5EF4-FFF2-40B4-BE49-F238E27FC236}">
                <a16:creationId xmlns:a16="http://schemas.microsoft.com/office/drawing/2014/main" id="{FA7595B0-5690-469D-8B5E-CE7B48CB816E}"/>
              </a:ext>
            </a:extLst>
          </p:cNvPr>
          <p:cNvSpPr/>
          <p:nvPr/>
        </p:nvSpPr>
        <p:spPr>
          <a:xfrm rot="16200000">
            <a:off x="3199595" y="3524029"/>
            <a:ext cx="522515" cy="362149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trig</a:t>
            </a:r>
            <a:endParaRPr lang="de-DE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4D780839-60E2-4A08-941F-145D563514DE}"/>
              </a:ext>
            </a:extLst>
          </p:cNvPr>
          <p:cNvSpPr/>
          <p:nvPr/>
        </p:nvSpPr>
        <p:spPr>
          <a:xfrm>
            <a:off x="2769401" y="3125098"/>
            <a:ext cx="1131643" cy="27213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Buffer</a:t>
            </a:r>
            <a:endParaRPr lang="de-DE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Pfeil: nach rechts 28">
            <a:extLst>
              <a:ext uri="{FF2B5EF4-FFF2-40B4-BE49-F238E27FC236}">
                <a16:creationId xmlns:a16="http://schemas.microsoft.com/office/drawing/2014/main" id="{59216F00-D1A9-4435-B352-937854059099}"/>
              </a:ext>
            </a:extLst>
          </p:cNvPr>
          <p:cNvSpPr/>
          <p:nvPr/>
        </p:nvSpPr>
        <p:spPr>
          <a:xfrm rot="16200000">
            <a:off x="2400135" y="3635164"/>
            <a:ext cx="988999" cy="362149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</a:t>
            </a:r>
            <a:endParaRPr lang="de-DE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F7E179A-45C8-4573-86BC-69CDC9F1F175}"/>
              </a:ext>
            </a:extLst>
          </p:cNvPr>
          <p:cNvSpPr/>
          <p:nvPr/>
        </p:nvSpPr>
        <p:spPr>
          <a:xfrm>
            <a:off x="4732316" y="3118855"/>
            <a:ext cx="746127" cy="27837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DE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Buffer</a:t>
            </a:r>
          </a:p>
        </p:txBody>
      </p:sp>
      <p:sp>
        <p:nvSpPr>
          <p:cNvPr id="16" name="Pfeil: nach links und rechts 15">
            <a:extLst>
              <a:ext uri="{FF2B5EF4-FFF2-40B4-BE49-F238E27FC236}">
                <a16:creationId xmlns:a16="http://schemas.microsoft.com/office/drawing/2014/main" id="{96B90838-4F8A-43ED-802C-26ED221F04AE}"/>
              </a:ext>
            </a:extLst>
          </p:cNvPr>
          <p:cNvSpPr/>
          <p:nvPr/>
        </p:nvSpPr>
        <p:spPr>
          <a:xfrm>
            <a:off x="3797019" y="2962818"/>
            <a:ext cx="1184206" cy="592014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RPC-Bridge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CFD9439-E31E-433B-8955-5DFB1E9EB512}"/>
              </a:ext>
            </a:extLst>
          </p:cNvPr>
          <p:cNvSpPr/>
          <p:nvPr/>
        </p:nvSpPr>
        <p:spPr>
          <a:xfrm>
            <a:off x="9409455" y="3255252"/>
            <a:ext cx="1932351" cy="150522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</a:t>
            </a:r>
          </a:p>
        </p:txBody>
      </p:sp>
      <p:sp>
        <p:nvSpPr>
          <p:cNvPr id="34" name="Pfeil: nach rechts 33">
            <a:extLst>
              <a:ext uri="{FF2B5EF4-FFF2-40B4-BE49-F238E27FC236}">
                <a16:creationId xmlns:a16="http://schemas.microsoft.com/office/drawing/2014/main" id="{1DA3743C-3264-4B42-B997-9441AC2BE37D}"/>
              </a:ext>
            </a:extLst>
          </p:cNvPr>
          <p:cNvSpPr/>
          <p:nvPr/>
        </p:nvSpPr>
        <p:spPr>
          <a:xfrm>
            <a:off x="8864581" y="4236117"/>
            <a:ext cx="794271" cy="382052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HDMI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EC13220A-6D8C-41EB-8A9D-E50BAB6911FF}"/>
              </a:ext>
            </a:extLst>
          </p:cNvPr>
          <p:cNvSpPr/>
          <p:nvPr/>
        </p:nvSpPr>
        <p:spPr>
          <a:xfrm>
            <a:off x="7266150" y="3089412"/>
            <a:ext cx="832588" cy="202884"/>
          </a:xfrm>
          <a:prstGeom prst="rect">
            <a:avLst/>
          </a:prstGeom>
          <a:solidFill>
            <a:srgbClr val="A4A4A4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app.js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15F98F46-B661-49C7-AC01-AA4A2B766C4A}"/>
              </a:ext>
            </a:extLst>
          </p:cNvPr>
          <p:cNvSpPr/>
          <p:nvPr/>
        </p:nvSpPr>
        <p:spPr>
          <a:xfrm>
            <a:off x="7252969" y="3328443"/>
            <a:ext cx="832588" cy="202884"/>
          </a:xfrm>
          <a:prstGeom prst="rect">
            <a:avLst/>
          </a:prstGeom>
          <a:solidFill>
            <a:srgbClr val="A4A4A4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index.html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33DEF56B-8ADC-4B8D-856F-09D4864BC00C}"/>
              </a:ext>
            </a:extLst>
          </p:cNvPr>
          <p:cNvSpPr/>
          <p:nvPr/>
        </p:nvSpPr>
        <p:spPr>
          <a:xfrm>
            <a:off x="7252969" y="3570553"/>
            <a:ext cx="832588" cy="202884"/>
          </a:xfrm>
          <a:prstGeom prst="rect">
            <a:avLst/>
          </a:prstGeom>
          <a:solidFill>
            <a:srgbClr val="A4A4A4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sytles.css</a:t>
            </a:r>
          </a:p>
        </p:txBody>
      </p:sp>
      <p:sp>
        <p:nvSpPr>
          <p:cNvPr id="12" name="Pfeil: nach links und rechts 11">
            <a:extLst>
              <a:ext uri="{FF2B5EF4-FFF2-40B4-BE49-F238E27FC236}">
                <a16:creationId xmlns:a16="http://schemas.microsoft.com/office/drawing/2014/main" id="{A8405D41-A68E-457A-88E5-3127BCEB6A0B}"/>
              </a:ext>
            </a:extLst>
          </p:cNvPr>
          <p:cNvSpPr/>
          <p:nvPr/>
        </p:nvSpPr>
        <p:spPr>
          <a:xfrm>
            <a:off x="6157356" y="2962818"/>
            <a:ext cx="1175657" cy="592014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Websocket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4DC5AFF-6065-417C-8E30-5BB036202554}"/>
              </a:ext>
            </a:extLst>
          </p:cNvPr>
          <p:cNvSpPr/>
          <p:nvPr/>
        </p:nvSpPr>
        <p:spPr>
          <a:xfrm>
            <a:off x="8224801" y="3089413"/>
            <a:ext cx="746127" cy="202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Buffer</a:t>
            </a:r>
          </a:p>
        </p:txBody>
      </p:sp>
      <p:sp>
        <p:nvSpPr>
          <p:cNvPr id="40" name="Pfeil: nach rechts 39">
            <a:extLst>
              <a:ext uri="{FF2B5EF4-FFF2-40B4-BE49-F238E27FC236}">
                <a16:creationId xmlns:a16="http://schemas.microsoft.com/office/drawing/2014/main" id="{E0C00C49-EDC8-4B84-B8AF-60EBC12781BE}"/>
              </a:ext>
            </a:extLst>
          </p:cNvPr>
          <p:cNvSpPr/>
          <p:nvPr/>
        </p:nvSpPr>
        <p:spPr>
          <a:xfrm rot="5400000">
            <a:off x="8318930" y="3529768"/>
            <a:ext cx="505730" cy="362149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F1369BDB-73AF-4899-9F92-06DB3A505DFD}"/>
              </a:ext>
            </a:extLst>
          </p:cNvPr>
          <p:cNvSpPr/>
          <p:nvPr/>
        </p:nvSpPr>
        <p:spPr>
          <a:xfrm>
            <a:off x="8224800" y="3367904"/>
            <a:ext cx="746127" cy="202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WebGL</a:t>
            </a:r>
            <a:endParaRPr lang="de-DE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1238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Breitbild</PresentationFormat>
  <Paragraphs>32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Jens Bongartz</dc:creator>
  <cp:lastModifiedBy>Jens Bongartz</cp:lastModifiedBy>
  <cp:revision>10</cp:revision>
  <dcterms:created xsi:type="dcterms:W3CDTF">2026-02-03T13:03:26Z</dcterms:created>
  <dcterms:modified xsi:type="dcterms:W3CDTF">2026-02-03T15:09:34Z</dcterms:modified>
</cp:coreProperties>
</file>